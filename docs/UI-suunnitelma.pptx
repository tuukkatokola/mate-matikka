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fi-FI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Otsikko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D0EFCA93-7D73-EEAD-E503-AD2FDEE5D5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i-FI"/>
              <a:t>Muokkaa ots. perustyyl. napsautt.</a:t>
            </a:r>
          </a:p>
        </p:txBody>
      </p:sp>
      <p:sp>
        <p:nvSpPr>
          <p:cNvPr id="3" name="Alaotsikko 2">
            <a:extLst>
              <a:ext uri="{FF2B5EF4-FFF2-40B4-BE49-F238E27FC236}">
                <a16:creationId xmlns:a16="http://schemas.microsoft.com/office/drawing/2014/main" id="{94111149-48CB-BC74-2769-B69040AC42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i-FI"/>
              <a:t>Muokkaa alaotsikon perustyyliä napsautt.</a:t>
            </a:r>
          </a:p>
        </p:txBody>
      </p:sp>
      <p:sp>
        <p:nvSpPr>
          <p:cNvPr id="4" name="Päivämäärän paikkamerkki 3">
            <a:extLst>
              <a:ext uri="{FF2B5EF4-FFF2-40B4-BE49-F238E27FC236}">
                <a16:creationId xmlns:a16="http://schemas.microsoft.com/office/drawing/2014/main" id="{96271D79-9323-CA02-8B70-2F63789F03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6719B5-2A81-4A63-9E87-33F0D5940A08}" type="datetimeFigureOut">
              <a:rPr lang="fi-FI" smtClean="0"/>
              <a:t>24.3.2026</a:t>
            </a:fld>
            <a:endParaRPr lang="fi-FI"/>
          </a:p>
        </p:txBody>
      </p:sp>
      <p:sp>
        <p:nvSpPr>
          <p:cNvPr id="5" name="Alatunnisteen paikkamerkki 4">
            <a:extLst>
              <a:ext uri="{FF2B5EF4-FFF2-40B4-BE49-F238E27FC236}">
                <a16:creationId xmlns:a16="http://schemas.microsoft.com/office/drawing/2014/main" id="{96FE7AB5-CE7B-F35B-2804-6D586735CC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6" name="Dian numeron paikkamerkki 5">
            <a:extLst>
              <a:ext uri="{FF2B5EF4-FFF2-40B4-BE49-F238E27FC236}">
                <a16:creationId xmlns:a16="http://schemas.microsoft.com/office/drawing/2014/main" id="{5EEC518F-36B8-B02E-A6DF-6244F9D3D5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378964-B573-4E0C-AA58-105A5469A02D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29093435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Otsikko ja sisält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260320AE-48A8-0A3E-A61A-608839DB68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Muokkaa ots. perustyyl. napsautt.</a:t>
            </a:r>
          </a:p>
        </p:txBody>
      </p:sp>
      <p:sp>
        <p:nvSpPr>
          <p:cNvPr id="3" name="Sisällön paikkamerkki 2">
            <a:extLst>
              <a:ext uri="{FF2B5EF4-FFF2-40B4-BE49-F238E27FC236}">
                <a16:creationId xmlns:a16="http://schemas.microsoft.com/office/drawing/2014/main" id="{6919BC13-0AF1-F2F3-9697-DD9F7549EF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i-FI"/>
              <a:t>Muokkaa tekstin perustyylejä napsauttamalla</a:t>
            </a:r>
          </a:p>
          <a:p>
            <a:pPr lvl="1"/>
            <a:r>
              <a:rPr lang="fi-FI"/>
              <a:t>toinen taso</a:t>
            </a:r>
          </a:p>
          <a:p>
            <a:pPr lvl="2"/>
            <a:r>
              <a:rPr lang="fi-FI"/>
              <a:t>kolmas taso</a:t>
            </a:r>
          </a:p>
          <a:p>
            <a:pPr lvl="3"/>
            <a:r>
              <a:rPr lang="fi-FI"/>
              <a:t>neljäs taso</a:t>
            </a:r>
          </a:p>
          <a:p>
            <a:pPr lvl="4"/>
            <a:r>
              <a:rPr lang="fi-FI"/>
              <a:t>viides taso</a:t>
            </a:r>
          </a:p>
        </p:txBody>
      </p:sp>
      <p:sp>
        <p:nvSpPr>
          <p:cNvPr id="4" name="Päivämäärän paikkamerkki 3">
            <a:extLst>
              <a:ext uri="{FF2B5EF4-FFF2-40B4-BE49-F238E27FC236}">
                <a16:creationId xmlns:a16="http://schemas.microsoft.com/office/drawing/2014/main" id="{95C6AFD4-1264-1503-FF03-F3088AF63C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6719B5-2A81-4A63-9E87-33F0D5940A08}" type="datetimeFigureOut">
              <a:rPr lang="fi-FI" smtClean="0"/>
              <a:t>24.3.2026</a:t>
            </a:fld>
            <a:endParaRPr lang="fi-FI"/>
          </a:p>
        </p:txBody>
      </p:sp>
      <p:sp>
        <p:nvSpPr>
          <p:cNvPr id="5" name="Alatunnisteen paikkamerkki 4">
            <a:extLst>
              <a:ext uri="{FF2B5EF4-FFF2-40B4-BE49-F238E27FC236}">
                <a16:creationId xmlns:a16="http://schemas.microsoft.com/office/drawing/2014/main" id="{D27BC160-C19F-8707-5447-0C7833EB3F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6" name="Dian numeron paikkamerkki 5">
            <a:extLst>
              <a:ext uri="{FF2B5EF4-FFF2-40B4-BE49-F238E27FC236}">
                <a16:creationId xmlns:a16="http://schemas.microsoft.com/office/drawing/2014/main" id="{838451A9-475A-8368-C932-2CA3A80E11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378964-B573-4E0C-AA58-105A5469A02D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4643558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Osan ylätunnis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B7E0A963-B418-722A-E7B8-BB1401AFEF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i-FI"/>
              <a:t>Muokkaa ots. perustyyl. napsautt.</a:t>
            </a:r>
          </a:p>
        </p:txBody>
      </p:sp>
      <p:sp>
        <p:nvSpPr>
          <p:cNvPr id="3" name="Tekstin paikkamerkki 2">
            <a:extLst>
              <a:ext uri="{FF2B5EF4-FFF2-40B4-BE49-F238E27FC236}">
                <a16:creationId xmlns:a16="http://schemas.microsoft.com/office/drawing/2014/main" id="{296534D3-0A99-C16F-5759-27E3ACD7FE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i-FI"/>
              <a:t>Muokkaa tekstin perustyylejä napsauttamalla</a:t>
            </a:r>
          </a:p>
        </p:txBody>
      </p:sp>
      <p:sp>
        <p:nvSpPr>
          <p:cNvPr id="4" name="Päivämäärän paikkamerkki 3">
            <a:extLst>
              <a:ext uri="{FF2B5EF4-FFF2-40B4-BE49-F238E27FC236}">
                <a16:creationId xmlns:a16="http://schemas.microsoft.com/office/drawing/2014/main" id="{8C3B1B89-EFD1-CD4F-39C3-8E6C856854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6719B5-2A81-4A63-9E87-33F0D5940A08}" type="datetimeFigureOut">
              <a:rPr lang="fi-FI" smtClean="0"/>
              <a:t>24.3.2026</a:t>
            </a:fld>
            <a:endParaRPr lang="fi-FI"/>
          </a:p>
        </p:txBody>
      </p:sp>
      <p:sp>
        <p:nvSpPr>
          <p:cNvPr id="5" name="Alatunnisteen paikkamerkki 4">
            <a:extLst>
              <a:ext uri="{FF2B5EF4-FFF2-40B4-BE49-F238E27FC236}">
                <a16:creationId xmlns:a16="http://schemas.microsoft.com/office/drawing/2014/main" id="{85583A86-B043-708F-DCBF-7CD5BA75D4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6" name="Dian numeron paikkamerkki 5">
            <a:extLst>
              <a:ext uri="{FF2B5EF4-FFF2-40B4-BE49-F238E27FC236}">
                <a16:creationId xmlns:a16="http://schemas.microsoft.com/office/drawing/2014/main" id="{C862E2AC-ADB1-C0B7-BC2F-9E6915E17E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378964-B573-4E0C-AA58-105A5469A02D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1258774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Kaksi sisältökohdet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42A2180F-2D28-E1CF-8684-099C3607C9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Muokkaa ots. perustyyl. napsautt.</a:t>
            </a:r>
          </a:p>
        </p:txBody>
      </p:sp>
      <p:sp>
        <p:nvSpPr>
          <p:cNvPr id="3" name="Sisällön paikkamerkki 2">
            <a:extLst>
              <a:ext uri="{FF2B5EF4-FFF2-40B4-BE49-F238E27FC236}">
                <a16:creationId xmlns:a16="http://schemas.microsoft.com/office/drawing/2014/main" id="{AE432441-1039-10BE-8D9F-CE102EAFA3B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i-FI"/>
              <a:t>Muokkaa tekstin perustyylejä napsauttamalla</a:t>
            </a:r>
          </a:p>
          <a:p>
            <a:pPr lvl="1"/>
            <a:r>
              <a:rPr lang="fi-FI"/>
              <a:t>toinen taso</a:t>
            </a:r>
          </a:p>
          <a:p>
            <a:pPr lvl="2"/>
            <a:r>
              <a:rPr lang="fi-FI"/>
              <a:t>kolmas taso</a:t>
            </a:r>
          </a:p>
          <a:p>
            <a:pPr lvl="3"/>
            <a:r>
              <a:rPr lang="fi-FI"/>
              <a:t>neljäs taso</a:t>
            </a:r>
          </a:p>
          <a:p>
            <a:pPr lvl="4"/>
            <a:r>
              <a:rPr lang="fi-FI"/>
              <a:t>viides taso</a:t>
            </a:r>
          </a:p>
        </p:txBody>
      </p:sp>
      <p:sp>
        <p:nvSpPr>
          <p:cNvPr id="4" name="Sisällön paikkamerkki 3">
            <a:extLst>
              <a:ext uri="{FF2B5EF4-FFF2-40B4-BE49-F238E27FC236}">
                <a16:creationId xmlns:a16="http://schemas.microsoft.com/office/drawing/2014/main" id="{8499BAE1-9724-61A8-258A-15BD9E404B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i-FI"/>
              <a:t>Muokkaa tekstin perustyylejä napsauttamalla</a:t>
            </a:r>
          </a:p>
          <a:p>
            <a:pPr lvl="1"/>
            <a:r>
              <a:rPr lang="fi-FI"/>
              <a:t>toinen taso</a:t>
            </a:r>
          </a:p>
          <a:p>
            <a:pPr lvl="2"/>
            <a:r>
              <a:rPr lang="fi-FI"/>
              <a:t>kolmas taso</a:t>
            </a:r>
          </a:p>
          <a:p>
            <a:pPr lvl="3"/>
            <a:r>
              <a:rPr lang="fi-FI"/>
              <a:t>neljäs taso</a:t>
            </a:r>
          </a:p>
          <a:p>
            <a:pPr lvl="4"/>
            <a:r>
              <a:rPr lang="fi-FI"/>
              <a:t>viides taso</a:t>
            </a:r>
          </a:p>
        </p:txBody>
      </p:sp>
      <p:sp>
        <p:nvSpPr>
          <p:cNvPr id="5" name="Päivämäärän paikkamerkki 4">
            <a:extLst>
              <a:ext uri="{FF2B5EF4-FFF2-40B4-BE49-F238E27FC236}">
                <a16:creationId xmlns:a16="http://schemas.microsoft.com/office/drawing/2014/main" id="{3CDC1737-590D-5BC6-FC35-1B1210FFD2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6719B5-2A81-4A63-9E87-33F0D5940A08}" type="datetimeFigureOut">
              <a:rPr lang="fi-FI" smtClean="0"/>
              <a:t>24.3.2026</a:t>
            </a:fld>
            <a:endParaRPr lang="fi-FI"/>
          </a:p>
        </p:txBody>
      </p:sp>
      <p:sp>
        <p:nvSpPr>
          <p:cNvPr id="6" name="Alatunnisteen paikkamerkki 5">
            <a:extLst>
              <a:ext uri="{FF2B5EF4-FFF2-40B4-BE49-F238E27FC236}">
                <a16:creationId xmlns:a16="http://schemas.microsoft.com/office/drawing/2014/main" id="{FBB7C3B0-7842-B6FC-7010-E4FC3A0699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7" name="Dian numeron paikkamerkki 6">
            <a:extLst>
              <a:ext uri="{FF2B5EF4-FFF2-40B4-BE49-F238E27FC236}">
                <a16:creationId xmlns:a16="http://schemas.microsoft.com/office/drawing/2014/main" id="{3656CBBB-02D9-B52B-150C-3FAAC6C456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378964-B573-4E0C-AA58-105A5469A02D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2595574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tai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DD2A0C37-70DF-D228-31F1-F573AFFACC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i-FI"/>
              <a:t>Muokkaa ots. perustyyl. napsautt.</a:t>
            </a:r>
          </a:p>
        </p:txBody>
      </p:sp>
      <p:sp>
        <p:nvSpPr>
          <p:cNvPr id="3" name="Tekstin paikkamerkki 2">
            <a:extLst>
              <a:ext uri="{FF2B5EF4-FFF2-40B4-BE49-F238E27FC236}">
                <a16:creationId xmlns:a16="http://schemas.microsoft.com/office/drawing/2014/main" id="{3DFF5A99-7E64-6ACE-4133-6CBC35E46B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Muokkaa tekstin perustyylejä napsauttamalla</a:t>
            </a:r>
          </a:p>
        </p:txBody>
      </p:sp>
      <p:sp>
        <p:nvSpPr>
          <p:cNvPr id="4" name="Sisällön paikkamerkki 3">
            <a:extLst>
              <a:ext uri="{FF2B5EF4-FFF2-40B4-BE49-F238E27FC236}">
                <a16:creationId xmlns:a16="http://schemas.microsoft.com/office/drawing/2014/main" id="{32975FB3-69B8-AF2F-36D5-72C95A0016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i-FI"/>
              <a:t>Muokkaa tekstin perustyylejä napsauttamalla</a:t>
            </a:r>
          </a:p>
          <a:p>
            <a:pPr lvl="1"/>
            <a:r>
              <a:rPr lang="fi-FI"/>
              <a:t>toinen taso</a:t>
            </a:r>
          </a:p>
          <a:p>
            <a:pPr lvl="2"/>
            <a:r>
              <a:rPr lang="fi-FI"/>
              <a:t>kolmas taso</a:t>
            </a:r>
          </a:p>
          <a:p>
            <a:pPr lvl="3"/>
            <a:r>
              <a:rPr lang="fi-FI"/>
              <a:t>neljäs taso</a:t>
            </a:r>
          </a:p>
          <a:p>
            <a:pPr lvl="4"/>
            <a:r>
              <a:rPr lang="fi-FI"/>
              <a:t>viides taso</a:t>
            </a:r>
          </a:p>
        </p:txBody>
      </p:sp>
      <p:sp>
        <p:nvSpPr>
          <p:cNvPr id="5" name="Tekstin paikkamerkki 4">
            <a:extLst>
              <a:ext uri="{FF2B5EF4-FFF2-40B4-BE49-F238E27FC236}">
                <a16:creationId xmlns:a16="http://schemas.microsoft.com/office/drawing/2014/main" id="{4C12F8E1-77C0-84F2-75FC-FEB8E6CC1D0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Muokkaa tekstin perustyylejä napsauttamalla</a:t>
            </a:r>
          </a:p>
        </p:txBody>
      </p:sp>
      <p:sp>
        <p:nvSpPr>
          <p:cNvPr id="6" name="Sisällön paikkamerkki 5">
            <a:extLst>
              <a:ext uri="{FF2B5EF4-FFF2-40B4-BE49-F238E27FC236}">
                <a16:creationId xmlns:a16="http://schemas.microsoft.com/office/drawing/2014/main" id="{CB374166-F323-0B00-8C92-EC7A11AD0E1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i-FI"/>
              <a:t>Muokkaa tekstin perustyylejä napsauttamalla</a:t>
            </a:r>
          </a:p>
          <a:p>
            <a:pPr lvl="1"/>
            <a:r>
              <a:rPr lang="fi-FI"/>
              <a:t>toinen taso</a:t>
            </a:r>
          </a:p>
          <a:p>
            <a:pPr lvl="2"/>
            <a:r>
              <a:rPr lang="fi-FI"/>
              <a:t>kolmas taso</a:t>
            </a:r>
          </a:p>
          <a:p>
            <a:pPr lvl="3"/>
            <a:r>
              <a:rPr lang="fi-FI"/>
              <a:t>neljäs taso</a:t>
            </a:r>
          </a:p>
          <a:p>
            <a:pPr lvl="4"/>
            <a:r>
              <a:rPr lang="fi-FI"/>
              <a:t>viides taso</a:t>
            </a:r>
          </a:p>
        </p:txBody>
      </p:sp>
      <p:sp>
        <p:nvSpPr>
          <p:cNvPr id="7" name="Päivämäärän paikkamerkki 6">
            <a:extLst>
              <a:ext uri="{FF2B5EF4-FFF2-40B4-BE49-F238E27FC236}">
                <a16:creationId xmlns:a16="http://schemas.microsoft.com/office/drawing/2014/main" id="{3DADD8B2-92E6-6F5C-2FDE-F962DA032E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6719B5-2A81-4A63-9E87-33F0D5940A08}" type="datetimeFigureOut">
              <a:rPr lang="fi-FI" smtClean="0"/>
              <a:t>24.3.2026</a:t>
            </a:fld>
            <a:endParaRPr lang="fi-FI"/>
          </a:p>
        </p:txBody>
      </p:sp>
      <p:sp>
        <p:nvSpPr>
          <p:cNvPr id="8" name="Alatunnisteen paikkamerkki 7">
            <a:extLst>
              <a:ext uri="{FF2B5EF4-FFF2-40B4-BE49-F238E27FC236}">
                <a16:creationId xmlns:a16="http://schemas.microsoft.com/office/drawing/2014/main" id="{28CAEBC3-54D9-3F6C-C880-1E231570D4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9" name="Dian numeron paikkamerkki 8">
            <a:extLst>
              <a:ext uri="{FF2B5EF4-FFF2-40B4-BE49-F238E27FC236}">
                <a16:creationId xmlns:a16="http://schemas.microsoft.com/office/drawing/2014/main" id="{AEFD3EA4-85B9-BAEC-D293-C6209E2B5F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378964-B573-4E0C-AA58-105A5469A02D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22717449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Vain otsikk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BEAC7A37-EAC0-92FA-4959-06E50B0A78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Muokkaa ots. perustyyl. napsautt.</a:t>
            </a:r>
          </a:p>
        </p:txBody>
      </p:sp>
      <p:sp>
        <p:nvSpPr>
          <p:cNvPr id="3" name="Päivämäärän paikkamerkki 2">
            <a:extLst>
              <a:ext uri="{FF2B5EF4-FFF2-40B4-BE49-F238E27FC236}">
                <a16:creationId xmlns:a16="http://schemas.microsoft.com/office/drawing/2014/main" id="{64A15C0A-846C-1508-16D3-BAE0A4FED6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6719B5-2A81-4A63-9E87-33F0D5940A08}" type="datetimeFigureOut">
              <a:rPr lang="fi-FI" smtClean="0"/>
              <a:t>24.3.2026</a:t>
            </a:fld>
            <a:endParaRPr lang="fi-FI"/>
          </a:p>
        </p:txBody>
      </p:sp>
      <p:sp>
        <p:nvSpPr>
          <p:cNvPr id="4" name="Alatunnisteen paikkamerkki 3">
            <a:extLst>
              <a:ext uri="{FF2B5EF4-FFF2-40B4-BE49-F238E27FC236}">
                <a16:creationId xmlns:a16="http://schemas.microsoft.com/office/drawing/2014/main" id="{4B487B09-C2BD-C840-EE66-DB79D5F50C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5" name="Dian numeron paikkamerkki 4">
            <a:extLst>
              <a:ext uri="{FF2B5EF4-FFF2-40B4-BE49-F238E27FC236}">
                <a16:creationId xmlns:a16="http://schemas.microsoft.com/office/drawing/2014/main" id="{62DDB4B1-B1A4-95AB-8958-A451EA56A8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378964-B573-4E0C-AA58-105A5469A02D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37928520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yhjä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äivämäärän paikkamerkki 1">
            <a:extLst>
              <a:ext uri="{FF2B5EF4-FFF2-40B4-BE49-F238E27FC236}">
                <a16:creationId xmlns:a16="http://schemas.microsoft.com/office/drawing/2014/main" id="{18357884-5D12-3F09-342D-8ABB274096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6719B5-2A81-4A63-9E87-33F0D5940A08}" type="datetimeFigureOut">
              <a:rPr lang="fi-FI" smtClean="0"/>
              <a:t>24.3.2026</a:t>
            </a:fld>
            <a:endParaRPr lang="fi-FI"/>
          </a:p>
        </p:txBody>
      </p:sp>
      <p:sp>
        <p:nvSpPr>
          <p:cNvPr id="3" name="Alatunnisteen paikkamerkki 2">
            <a:extLst>
              <a:ext uri="{FF2B5EF4-FFF2-40B4-BE49-F238E27FC236}">
                <a16:creationId xmlns:a16="http://schemas.microsoft.com/office/drawing/2014/main" id="{535469EF-8AAE-42A6-E19C-4B4FF3A10C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4" name="Dian numeron paikkamerkki 3">
            <a:extLst>
              <a:ext uri="{FF2B5EF4-FFF2-40B4-BE49-F238E27FC236}">
                <a16:creationId xmlns:a16="http://schemas.microsoft.com/office/drawing/2014/main" id="{2E0A3C8B-DB39-A6A7-AB61-01D6B6568A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378964-B573-4E0C-AA58-105A5469A02D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57855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Kuvatekstillinen sisält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26187FA1-667D-159E-D354-9616A8BE6D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i-FI"/>
              <a:t>Muokkaa ots. perustyyl. napsautt.</a:t>
            </a:r>
          </a:p>
        </p:txBody>
      </p:sp>
      <p:sp>
        <p:nvSpPr>
          <p:cNvPr id="3" name="Sisällön paikkamerkki 2">
            <a:extLst>
              <a:ext uri="{FF2B5EF4-FFF2-40B4-BE49-F238E27FC236}">
                <a16:creationId xmlns:a16="http://schemas.microsoft.com/office/drawing/2014/main" id="{E5A1B575-F341-864A-19AA-6EFF2FFF38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i-FI"/>
              <a:t>Muokkaa tekstin perustyylejä napsauttamalla</a:t>
            </a:r>
          </a:p>
          <a:p>
            <a:pPr lvl="1"/>
            <a:r>
              <a:rPr lang="fi-FI"/>
              <a:t>toinen taso</a:t>
            </a:r>
          </a:p>
          <a:p>
            <a:pPr lvl="2"/>
            <a:r>
              <a:rPr lang="fi-FI"/>
              <a:t>kolmas taso</a:t>
            </a:r>
          </a:p>
          <a:p>
            <a:pPr lvl="3"/>
            <a:r>
              <a:rPr lang="fi-FI"/>
              <a:t>neljäs taso</a:t>
            </a:r>
          </a:p>
          <a:p>
            <a:pPr lvl="4"/>
            <a:r>
              <a:rPr lang="fi-FI"/>
              <a:t>viides taso</a:t>
            </a:r>
          </a:p>
        </p:txBody>
      </p:sp>
      <p:sp>
        <p:nvSpPr>
          <p:cNvPr id="4" name="Tekstin paikkamerkki 3">
            <a:extLst>
              <a:ext uri="{FF2B5EF4-FFF2-40B4-BE49-F238E27FC236}">
                <a16:creationId xmlns:a16="http://schemas.microsoft.com/office/drawing/2014/main" id="{90D8B0B6-BBFB-D887-4BC1-967AC1CA3E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i-FI"/>
              <a:t>Muokkaa tekstin perustyylejä napsauttamalla</a:t>
            </a:r>
          </a:p>
        </p:txBody>
      </p:sp>
      <p:sp>
        <p:nvSpPr>
          <p:cNvPr id="5" name="Päivämäärän paikkamerkki 4">
            <a:extLst>
              <a:ext uri="{FF2B5EF4-FFF2-40B4-BE49-F238E27FC236}">
                <a16:creationId xmlns:a16="http://schemas.microsoft.com/office/drawing/2014/main" id="{70329DF1-CAA8-E3E6-EFE6-AC8960CD48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6719B5-2A81-4A63-9E87-33F0D5940A08}" type="datetimeFigureOut">
              <a:rPr lang="fi-FI" smtClean="0"/>
              <a:t>24.3.2026</a:t>
            </a:fld>
            <a:endParaRPr lang="fi-FI"/>
          </a:p>
        </p:txBody>
      </p:sp>
      <p:sp>
        <p:nvSpPr>
          <p:cNvPr id="6" name="Alatunnisteen paikkamerkki 5">
            <a:extLst>
              <a:ext uri="{FF2B5EF4-FFF2-40B4-BE49-F238E27FC236}">
                <a16:creationId xmlns:a16="http://schemas.microsoft.com/office/drawing/2014/main" id="{AFF48DFB-605D-2D1B-2442-F75158E214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7" name="Dian numeron paikkamerkki 6">
            <a:extLst>
              <a:ext uri="{FF2B5EF4-FFF2-40B4-BE49-F238E27FC236}">
                <a16:creationId xmlns:a16="http://schemas.microsoft.com/office/drawing/2014/main" id="{BA537725-CEC2-ED01-CC49-679E0C3B6D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378964-B573-4E0C-AA58-105A5469A02D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32643873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uvatekstillinen kuv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69E971D3-4706-946B-C389-461738A07D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i-FI"/>
              <a:t>Muokkaa ots. perustyyl. napsautt.</a:t>
            </a:r>
          </a:p>
        </p:txBody>
      </p:sp>
      <p:sp>
        <p:nvSpPr>
          <p:cNvPr id="3" name="Kuvan paikkamerkki 2">
            <a:extLst>
              <a:ext uri="{FF2B5EF4-FFF2-40B4-BE49-F238E27FC236}">
                <a16:creationId xmlns:a16="http://schemas.microsoft.com/office/drawing/2014/main" id="{BA50EA75-5F33-173B-82AC-0F17C872D43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i-FI"/>
          </a:p>
        </p:txBody>
      </p:sp>
      <p:sp>
        <p:nvSpPr>
          <p:cNvPr id="4" name="Tekstin paikkamerkki 3">
            <a:extLst>
              <a:ext uri="{FF2B5EF4-FFF2-40B4-BE49-F238E27FC236}">
                <a16:creationId xmlns:a16="http://schemas.microsoft.com/office/drawing/2014/main" id="{D36CB628-D146-13E4-AF7D-A426106CA4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i-FI"/>
              <a:t>Muokkaa tekstin perustyylejä napsauttamalla</a:t>
            </a:r>
          </a:p>
        </p:txBody>
      </p:sp>
      <p:sp>
        <p:nvSpPr>
          <p:cNvPr id="5" name="Päivämäärän paikkamerkki 4">
            <a:extLst>
              <a:ext uri="{FF2B5EF4-FFF2-40B4-BE49-F238E27FC236}">
                <a16:creationId xmlns:a16="http://schemas.microsoft.com/office/drawing/2014/main" id="{C76E2FCC-1A52-D85D-7FC9-99A9ED2223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6719B5-2A81-4A63-9E87-33F0D5940A08}" type="datetimeFigureOut">
              <a:rPr lang="fi-FI" smtClean="0"/>
              <a:t>24.3.2026</a:t>
            </a:fld>
            <a:endParaRPr lang="fi-FI"/>
          </a:p>
        </p:txBody>
      </p:sp>
      <p:sp>
        <p:nvSpPr>
          <p:cNvPr id="6" name="Alatunnisteen paikkamerkki 5">
            <a:extLst>
              <a:ext uri="{FF2B5EF4-FFF2-40B4-BE49-F238E27FC236}">
                <a16:creationId xmlns:a16="http://schemas.microsoft.com/office/drawing/2014/main" id="{235CE39A-D2F9-4E8D-F556-B43BA436C2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7" name="Dian numeron paikkamerkki 6">
            <a:extLst>
              <a:ext uri="{FF2B5EF4-FFF2-40B4-BE49-F238E27FC236}">
                <a16:creationId xmlns:a16="http://schemas.microsoft.com/office/drawing/2014/main" id="{56FA9D9B-0586-4E34-13B1-BA5DE2C538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378964-B573-4E0C-AA58-105A5469A02D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20318846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Otsikko ja pystysuora teks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C1EA2590-EC52-CE74-EBD7-8F09067B3B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Muokkaa ots. perustyyl. napsautt.</a:t>
            </a:r>
          </a:p>
        </p:txBody>
      </p:sp>
      <p:sp>
        <p:nvSpPr>
          <p:cNvPr id="3" name="Pystysuoran tekstin paikkamerkki 2">
            <a:extLst>
              <a:ext uri="{FF2B5EF4-FFF2-40B4-BE49-F238E27FC236}">
                <a16:creationId xmlns:a16="http://schemas.microsoft.com/office/drawing/2014/main" id="{04A6EBEF-7D30-6FC9-5124-26078C99673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i-FI"/>
              <a:t>Muokkaa tekstin perustyylejä napsauttamalla</a:t>
            </a:r>
          </a:p>
          <a:p>
            <a:pPr lvl="1"/>
            <a:r>
              <a:rPr lang="fi-FI"/>
              <a:t>toinen taso</a:t>
            </a:r>
          </a:p>
          <a:p>
            <a:pPr lvl="2"/>
            <a:r>
              <a:rPr lang="fi-FI"/>
              <a:t>kolmas taso</a:t>
            </a:r>
          </a:p>
          <a:p>
            <a:pPr lvl="3"/>
            <a:r>
              <a:rPr lang="fi-FI"/>
              <a:t>neljäs taso</a:t>
            </a:r>
          </a:p>
          <a:p>
            <a:pPr lvl="4"/>
            <a:r>
              <a:rPr lang="fi-FI"/>
              <a:t>viides taso</a:t>
            </a:r>
          </a:p>
        </p:txBody>
      </p:sp>
      <p:sp>
        <p:nvSpPr>
          <p:cNvPr id="4" name="Päivämäärän paikkamerkki 3">
            <a:extLst>
              <a:ext uri="{FF2B5EF4-FFF2-40B4-BE49-F238E27FC236}">
                <a16:creationId xmlns:a16="http://schemas.microsoft.com/office/drawing/2014/main" id="{A97D7BCF-ADB9-7DCD-C2D1-894297E89D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6719B5-2A81-4A63-9E87-33F0D5940A08}" type="datetimeFigureOut">
              <a:rPr lang="fi-FI" smtClean="0"/>
              <a:t>24.3.2026</a:t>
            </a:fld>
            <a:endParaRPr lang="fi-FI"/>
          </a:p>
        </p:txBody>
      </p:sp>
      <p:sp>
        <p:nvSpPr>
          <p:cNvPr id="5" name="Alatunnisteen paikkamerkki 4">
            <a:extLst>
              <a:ext uri="{FF2B5EF4-FFF2-40B4-BE49-F238E27FC236}">
                <a16:creationId xmlns:a16="http://schemas.microsoft.com/office/drawing/2014/main" id="{E34D2C2C-BC10-0474-8345-C00A8FFDE9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6" name="Dian numeron paikkamerkki 5">
            <a:extLst>
              <a:ext uri="{FF2B5EF4-FFF2-40B4-BE49-F238E27FC236}">
                <a16:creationId xmlns:a16="http://schemas.microsoft.com/office/drawing/2014/main" id="{2D0DAD1C-F71A-B5A1-5ACE-72041DADB1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378964-B573-4E0C-AA58-105A5469A02D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20305737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Pystysuora otsikko ja teks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ystysuora otsikko 1">
            <a:extLst>
              <a:ext uri="{FF2B5EF4-FFF2-40B4-BE49-F238E27FC236}">
                <a16:creationId xmlns:a16="http://schemas.microsoft.com/office/drawing/2014/main" id="{00D403C0-58C1-BB88-36D3-0C1F0B4C57B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i-FI"/>
              <a:t>Muokkaa ots. perustyyl. napsautt.</a:t>
            </a:r>
          </a:p>
        </p:txBody>
      </p:sp>
      <p:sp>
        <p:nvSpPr>
          <p:cNvPr id="3" name="Pystysuoran tekstin paikkamerkki 2">
            <a:extLst>
              <a:ext uri="{FF2B5EF4-FFF2-40B4-BE49-F238E27FC236}">
                <a16:creationId xmlns:a16="http://schemas.microsoft.com/office/drawing/2014/main" id="{85D08CAF-9AAD-E2B5-72E3-072C2E1D65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i-FI"/>
              <a:t>Muokkaa tekstin perustyylejä napsauttamalla</a:t>
            </a:r>
          </a:p>
          <a:p>
            <a:pPr lvl="1"/>
            <a:r>
              <a:rPr lang="fi-FI"/>
              <a:t>toinen taso</a:t>
            </a:r>
          </a:p>
          <a:p>
            <a:pPr lvl="2"/>
            <a:r>
              <a:rPr lang="fi-FI"/>
              <a:t>kolmas taso</a:t>
            </a:r>
          </a:p>
          <a:p>
            <a:pPr lvl="3"/>
            <a:r>
              <a:rPr lang="fi-FI"/>
              <a:t>neljäs taso</a:t>
            </a:r>
          </a:p>
          <a:p>
            <a:pPr lvl="4"/>
            <a:r>
              <a:rPr lang="fi-FI"/>
              <a:t>viides taso</a:t>
            </a:r>
          </a:p>
        </p:txBody>
      </p:sp>
      <p:sp>
        <p:nvSpPr>
          <p:cNvPr id="4" name="Päivämäärän paikkamerkki 3">
            <a:extLst>
              <a:ext uri="{FF2B5EF4-FFF2-40B4-BE49-F238E27FC236}">
                <a16:creationId xmlns:a16="http://schemas.microsoft.com/office/drawing/2014/main" id="{574919BD-2800-FECF-6968-82BBAB310A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6719B5-2A81-4A63-9E87-33F0D5940A08}" type="datetimeFigureOut">
              <a:rPr lang="fi-FI" smtClean="0"/>
              <a:t>24.3.2026</a:t>
            </a:fld>
            <a:endParaRPr lang="fi-FI"/>
          </a:p>
        </p:txBody>
      </p:sp>
      <p:sp>
        <p:nvSpPr>
          <p:cNvPr id="5" name="Alatunnisteen paikkamerkki 4">
            <a:extLst>
              <a:ext uri="{FF2B5EF4-FFF2-40B4-BE49-F238E27FC236}">
                <a16:creationId xmlns:a16="http://schemas.microsoft.com/office/drawing/2014/main" id="{8EAB586E-B29F-CF3E-2765-78E349371B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6" name="Dian numeron paikkamerkki 5">
            <a:extLst>
              <a:ext uri="{FF2B5EF4-FFF2-40B4-BE49-F238E27FC236}">
                <a16:creationId xmlns:a16="http://schemas.microsoft.com/office/drawing/2014/main" id="{DEEE08B7-8734-0B9E-9E43-2656512380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378964-B573-4E0C-AA58-105A5469A02D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26697423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on paikkamerkki 1">
            <a:extLst>
              <a:ext uri="{FF2B5EF4-FFF2-40B4-BE49-F238E27FC236}">
                <a16:creationId xmlns:a16="http://schemas.microsoft.com/office/drawing/2014/main" id="{D5478A5E-F3F4-E885-0549-E460B56B7D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i-FI"/>
              <a:t>Muokkaa ots. perustyyl. napsautt.</a:t>
            </a:r>
          </a:p>
        </p:txBody>
      </p:sp>
      <p:sp>
        <p:nvSpPr>
          <p:cNvPr id="3" name="Tekstin paikkamerkki 2">
            <a:extLst>
              <a:ext uri="{FF2B5EF4-FFF2-40B4-BE49-F238E27FC236}">
                <a16:creationId xmlns:a16="http://schemas.microsoft.com/office/drawing/2014/main" id="{5C3486E4-B089-9947-479D-A809157AA3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i-FI"/>
              <a:t>Muokkaa tekstin perustyylejä napsauttamalla</a:t>
            </a:r>
          </a:p>
          <a:p>
            <a:pPr lvl="1"/>
            <a:r>
              <a:rPr lang="fi-FI"/>
              <a:t>toinen taso</a:t>
            </a:r>
          </a:p>
          <a:p>
            <a:pPr lvl="2"/>
            <a:r>
              <a:rPr lang="fi-FI"/>
              <a:t>kolmas taso</a:t>
            </a:r>
          </a:p>
          <a:p>
            <a:pPr lvl="3"/>
            <a:r>
              <a:rPr lang="fi-FI"/>
              <a:t>neljäs taso</a:t>
            </a:r>
          </a:p>
          <a:p>
            <a:pPr lvl="4"/>
            <a:r>
              <a:rPr lang="fi-FI"/>
              <a:t>viides taso</a:t>
            </a:r>
          </a:p>
        </p:txBody>
      </p:sp>
      <p:sp>
        <p:nvSpPr>
          <p:cNvPr id="4" name="Päivämäärän paikkamerkki 3">
            <a:extLst>
              <a:ext uri="{FF2B5EF4-FFF2-40B4-BE49-F238E27FC236}">
                <a16:creationId xmlns:a16="http://schemas.microsoft.com/office/drawing/2014/main" id="{70CE704B-ECA7-8709-9E17-4D535D4660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66719B5-2A81-4A63-9E87-33F0D5940A08}" type="datetimeFigureOut">
              <a:rPr lang="fi-FI" smtClean="0"/>
              <a:t>24.3.2026</a:t>
            </a:fld>
            <a:endParaRPr lang="fi-FI"/>
          </a:p>
        </p:txBody>
      </p:sp>
      <p:sp>
        <p:nvSpPr>
          <p:cNvPr id="5" name="Alatunnisteen paikkamerkki 4">
            <a:extLst>
              <a:ext uri="{FF2B5EF4-FFF2-40B4-BE49-F238E27FC236}">
                <a16:creationId xmlns:a16="http://schemas.microsoft.com/office/drawing/2014/main" id="{CD601BD7-BA48-52B4-2F85-2E097279C8A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i-FI"/>
          </a:p>
        </p:txBody>
      </p:sp>
      <p:sp>
        <p:nvSpPr>
          <p:cNvPr id="6" name="Dian numeron paikkamerkki 5">
            <a:extLst>
              <a:ext uri="{FF2B5EF4-FFF2-40B4-BE49-F238E27FC236}">
                <a16:creationId xmlns:a16="http://schemas.microsoft.com/office/drawing/2014/main" id="{E65D403A-C755-3208-3A26-960D601407B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D378964-B573-4E0C-AA58-105A5469A02D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39479267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i-FI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20BF2368-96CC-C952-161A-B2FEC4F5972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i-FI" dirty="0"/>
              <a:t>UI-suunnitelma</a:t>
            </a:r>
          </a:p>
        </p:txBody>
      </p:sp>
      <p:sp>
        <p:nvSpPr>
          <p:cNvPr id="3" name="Alaotsikko 2">
            <a:extLst>
              <a:ext uri="{FF2B5EF4-FFF2-40B4-BE49-F238E27FC236}">
                <a16:creationId xmlns:a16="http://schemas.microsoft.com/office/drawing/2014/main" id="{B0BF6792-FBC0-D175-3577-D61E13CA22C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31616143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te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</Words>
  <Application>Microsoft Office PowerPoint</Application>
  <PresentationFormat>Laajakuva</PresentationFormat>
  <Paragraphs>1</Paragraphs>
  <Slides>1</Slides>
  <Notes>0</Notes>
  <HiddenSlides>0</HiddenSlides>
  <MMClips>0</MMClips>
  <ScaleCrop>false</ScaleCrop>
  <HeadingPairs>
    <vt:vector size="6" baseType="variant">
      <vt:variant>
        <vt:lpstr>Käytetyt fontit</vt:lpstr>
      </vt:variant>
      <vt:variant>
        <vt:i4>3</vt:i4>
      </vt:variant>
      <vt:variant>
        <vt:lpstr>Teema</vt:lpstr>
      </vt:variant>
      <vt:variant>
        <vt:i4>1</vt:i4>
      </vt:variant>
      <vt:variant>
        <vt:lpstr>Dian otsikot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Office-teema</vt:lpstr>
      <vt:lpstr>UI-suunnitelma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Miko Hietala</dc:creator>
  <cp:lastModifiedBy>Miko Hietala</cp:lastModifiedBy>
  <cp:revision>1</cp:revision>
  <dcterms:created xsi:type="dcterms:W3CDTF">2026-03-24T10:18:04Z</dcterms:created>
  <dcterms:modified xsi:type="dcterms:W3CDTF">2026-03-24T10:19:12Z</dcterms:modified>
</cp:coreProperties>
</file>